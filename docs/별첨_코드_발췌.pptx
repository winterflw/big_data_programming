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6B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별첨 1 / 8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0" y="27432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코드 발췌 — 평가 기준 충족 (수업 개념 ↔ 본 프로젝트 적용)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A-1. TransformerConditionClassifier — Forward Pass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D479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experiment_core.py 806~865행 — 8조건 공통 모델 (Full FT vs Feature Extraction vs Hybrid)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325880"/>
            <a:ext cx="1371600" cy="36576"/>
          </a:xfrm>
          <a:prstGeom prst="rect">
            <a:avLst/>
          </a:prstGeom>
          <a:solidFill>
            <a:srgbClr val="D4793D"/>
          </a:solidFill>
          <a:ln w="12700">
            <a:solidFill>
              <a:srgbClr val="D4793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463040"/>
            <a:ext cx="11247120" cy="4389120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554480"/>
            <a:ext cx="109728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TransformerConditionClassifier(nn.Module):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"""v2.1 8조건 공통 모델: MLP head 고정, VADER/Aux head만 조건별로 켭니다."""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__init__(self, model_name, use_vader=False, num_labels=NUM_LABELS,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dropout=0.1, hidden_dim=256, freeze_encoder=False, num_targets=0):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super().__init__()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self.use_vader = use_vader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self.encoder = AutoModel.from_pretrained(model_name)   # 전이학습: 사전학습 가중치 로드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freeze_encoder:                                      # Feature Extraction 통제군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for parameter in self.encoder.parameters():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parameter.requires_grad = False                 # BERT 동결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hidden_size = self.encoder.config.hidden_size           # 768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input_dim = hidden_size + (len(VADER_COLUMNS) if use_vader else 0)  # 768 또는 772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self.dropout = nn.Dropout(dropout)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self.hidden = nn.Linear(input_dim, hidden_dim)          # (768/772) → 256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self.out = nn.Linear(hidden_dim, num_labels)            # 256 → 3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self.target_head = nn.Linear(hidden_dim, num_targets) if num_targets &gt; 0 else None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forward(self, input_ids, attention_mask, vader=None,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output_attentions=False, return_dict=False):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outputs = self.encoder(input_ids=input_ids, attention_mask=attention_mask,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  output_attentions=output_attentions, return_dict=True)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pooled_output = getattr(outputs, "pooler_output", None)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pooled_output is None: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pooled_output = outputs.last_hidden_state[:, 0, :]  # [CLS] 768d 추출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self.use_vader: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pooled_output = torch.cat([pooled_output, vader], dim=1)  # ⊕ 4d → 772d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hidden = F.relu(self.hidden(self.dropout(pooled_output)))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logits = self.out(hidden)                                # 256 → 3 logits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not return_dict: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return logits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{"logits": logits,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"target_logits": self.target_head(hidden) if self.target_head else None,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"attentions": outputs.attentions if output_attentions else None}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5989320"/>
            <a:ext cx="11247120" cy="777240"/>
          </a:xfrm>
          <a:prstGeom prst="rect">
            <a:avLst/>
          </a:prstGeom>
          <a:solidFill>
            <a:srgbClr val="F0DCC0"/>
          </a:solidFill>
          <a:ln w="6350">
            <a:solidFill>
              <a:srgbClr val="D479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603504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79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수업 개념 매핑: </a:t>
            </a:r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전이학습 (AutoModel.from_pretrained) | Full Fine-Tuning (freeze_encoder=False, 메인) | Feature Extraction (freeze_encoder=True, Freeze Study) | 외부 피처 결합 (torch.cat([CLS, VADER]) 768→772d) | Dropout 정규화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6B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별첨 2 / 8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0" y="27432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코드 발췌 — 평가 기준 충족 (수업 개념 ↔ 본 프로젝트 적용)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A-2. 8조건 Ablation 매트릭스 — V2_CONDITION_SPECS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D479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experiment_core.py 868~887행 — 2×2 × 2 사전학습 모델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325880"/>
            <a:ext cx="1371600" cy="36576"/>
          </a:xfrm>
          <a:prstGeom prst="rect">
            <a:avLst/>
          </a:prstGeom>
          <a:solidFill>
            <a:srgbClr val="D4793D"/>
          </a:solidFill>
          <a:ln w="12700">
            <a:solidFill>
              <a:srgbClr val="D4793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463040"/>
            <a:ext cx="11247120" cy="4389120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554480"/>
            <a:ext cx="109728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@dataclass(frozen=True)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ConditionSpec: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condition: str                  # "A_B", "B_B", "C_B", "D_B", "A_R", "B_R", "C_R", "D_R"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family: str                     # "BERT" or "RoBERTa"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model_name: str                 # "bert-base-uncased" or "roberta-base"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use_attention_loss: bool        # True → L_attn 적용 (B, D 조건)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use_vader: bool                 # True → VADER 4d concat (C, D 조건)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use_target_aux: bool = False    # D_B 부가 실험 (multi-task L_target)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V2_CONDITION_SPECS: list[ConditionSpec] = [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ConditionSpec("A_B", "BERT",    "bert-base-uncased", False, False),  # 베이스라인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ConditionSpec("B_B", "BERT",    "bert-base-uncased", True,  False),  # Attn 단독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ConditionSpec("C_B", "BERT",    "bert-base-uncased", False, True),   # VADER 단독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ConditionSpec("D_B", "BERT",    "bert-base-uncased", True,  True),   # 둘 다 (1위 0.6885)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ConditionSpec("A_R", "RoBERTa", "roberta-base",      False, False),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ConditionSpec("B_R", "RoBERTa", "roberta-base",      True,  False),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ConditionSpec("C_R", "RoBERTa", "roberta-base",      False, True),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ConditionSpec("D_R", "RoBERTa", "roberta-base",      True,  True),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|          | VADER X | VADER O |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| -------- | ------- | ------- |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| Attn X   | A_B/A_R | C_B/C_R |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| Attn O   | B_B/B_R | D_B/D_R |  ← 메인 제안 모델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5989320"/>
            <a:ext cx="11247120" cy="777240"/>
          </a:xfrm>
          <a:prstGeom prst="rect">
            <a:avLst/>
          </a:prstGeom>
          <a:solidFill>
            <a:srgbClr val="F0DCC0"/>
          </a:solidFill>
          <a:ln w="6350">
            <a:solidFill>
              <a:srgbClr val="D479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603504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79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수업 개념 매핑: </a:t>
            </a:r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2×2 factorial design (Attn × VADER) × 2 사전학습 모델 = 8조건 풀 ablation. 변수 통제 원칙 — 단일 변수만 변경하여 두 기법의 주효과·상호작용 분리 측정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6B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별첨 3 / 8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0" y="27432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코드 발췌 — 평가 기준 충족 (수업 개념 ↔ 본 프로젝트 적용)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B-1. Rationale-aware Attention Loss (L_attn)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D479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experiment_core.py 1041~1060행 — 본 프로젝트의 핵심 신규 손실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325880"/>
            <a:ext cx="1371600" cy="36576"/>
          </a:xfrm>
          <a:prstGeom prst="rect">
            <a:avLst/>
          </a:prstGeom>
          <a:solidFill>
            <a:srgbClr val="D4793D"/>
          </a:solidFill>
          <a:ln w="12700">
            <a:solidFill>
              <a:srgbClr val="D4793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463040"/>
            <a:ext cx="11247120" cy="4389120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554480"/>
            <a:ext cx="109728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_compute_attention_supervision_loss(outputs, batch, device):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"""CLS attention 분포가 human rationale 위치에 정렬되도록 보조 손실 계산.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BCE per-token으로 모델이 인간 어노테이터가 표시한 근거 토큰에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더 많이 attention을 주도록 학습 신호를 추가한다.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attentions = outputs.get("attentions")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not attentions or "rationale_mask" not in batch: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torch.tensor(0.0, device=device)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마지막 layer attention (head 평균)에서 [CLS] 토큰의 attention 추출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last_attention = attentions[-1]                    # (batch, n_heads, seq, seq)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cls_attention = last_attention.mean(dim=1)[:, 0, :]  # (batch, seq_len)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target = batch["rationale_mask"].to(device).float()   # 인간 rationale (0/1)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attention_mask = batch["attention_mask"].to(device).float()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rationale 있는 샘플(hate/offensive)만 supervise — normal은 마스크 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has_rationale = (target.sum(dim=1) &gt; 0).float().unsqueeze(1)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valid_mask = attention_mask * has_rationale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valid_mask.sum() &lt;= 0: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torch.tensor(0.0, device=device)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BCE per-token, valid 토큰만 평균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loss = F.binary_cross_entropy(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cls_attention.clamp(1e-6, 1.0 - 1e-6),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target,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reduction="none",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(loss * valid_mask).sum() / valid_mask.sum()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5989320"/>
            <a:ext cx="11247120" cy="777240"/>
          </a:xfrm>
          <a:prstGeom prst="rect">
            <a:avLst/>
          </a:prstGeom>
          <a:solidFill>
            <a:srgbClr val="F0DCC0"/>
          </a:solidFill>
          <a:ln w="6350">
            <a:solidFill>
              <a:srgbClr val="D479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603504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79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수업 개념 매핑: </a:t>
            </a:r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BCE Loss (Binary Cross-Entropy) per-token | Multi-task Learning (메인 분류 + 보조 attention supervision) | Attention 메커니즘 활용 (수업 transformer 주차)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6B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별첨 4 / 8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0" y="27432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코드 발췌 — 평가 기준 충족 (수업 개념 ↔ 본 프로젝트 적용)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B-2. 학습 루프 — L_total = L_cls + α·L_attn + β·L_target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D479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experiment_core.py 1219~1255행 — Forward + Backward + AdamW 업데이트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325880"/>
            <a:ext cx="1371600" cy="36576"/>
          </a:xfrm>
          <a:prstGeom prst="rect">
            <a:avLst/>
          </a:prstGeom>
          <a:solidFill>
            <a:srgbClr val="D4793D"/>
          </a:solidFill>
          <a:ln w="12700">
            <a:solidFill>
              <a:srgbClr val="D4793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463040"/>
            <a:ext cx="11247120" cy="4389120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554480"/>
            <a:ext cx="109728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epoch in range(1, run_config.epochs + 1):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model.train()                                            # 학습 모드 (Dropout 활성화)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train_losses = []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batch in loaders["train"]: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batch_labels = batch["labels"].to(device)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# Forward — return_dict로 attention과 aux logits 같이 받음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needs_aux = run_config.attention_loss_alpha &gt; 0 or run_config.target_loss_beta &gt; 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outputs = _forward_batch(model, batch, device,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    return_outputs=needs_aux,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    output_attentions=run_config.attention_loss_alpha &gt; 0)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logits = _extract_logits(outputs)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# L_cls — CrossEntropy + class_weight balanced (수업 5주차 불균형 처리)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loss = criterion(logits, batch_labels)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# L_attn — rationale 정렬 (B_B, D_B, B_R, D_R 조건만, α 그리드 0~1.0)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isinstance(outputs, dict) and run_config.attention_loss_alpha &gt; 0: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attn_loss = _compute_attention_supervision_loss(outputs, batch, device)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loss = loss + run_config.attention_loss_alpha * attn_loss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# L_target — target multi-label BCE (D_B 부가 실험만, β 그리드)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isinstance(outputs, dict) and run_config.target_loss_beta &gt; 0: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target_loss = _compute_target_aux_loss(outputs, batch, device)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loss = loss + run_config.target_loss_beta * target_loss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# Backward + AdamW + warmup scheduler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optimizer.zero_grad()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loss.backward()                                      # 12 layer + MLP gradient 자동 미분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torch.nn.utils.clip_grad_norm_(model.parameters(), max_norm=1.0)  # 안정성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optimizer.step()                                     # AdamW 가중치 업데이트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scheduler.step()                                     # linear warmup → decay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train_losses.append(loss.item())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5989320"/>
            <a:ext cx="11247120" cy="777240"/>
          </a:xfrm>
          <a:prstGeom prst="rect">
            <a:avLst/>
          </a:prstGeom>
          <a:solidFill>
            <a:srgbClr val="F0DCC0"/>
          </a:solidFill>
          <a:ln w="6350">
            <a:solidFill>
              <a:srgbClr val="D479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603504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79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수업 개념 매핑: </a:t>
            </a:r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가중치 합 손실 (L_total = α·L_cls + α·L_attn + β·L_target) | Backward propagation (loss.backward 자동 미분) | AdamW + linear warmup scheduler | Gradient clipping (max_norm=1.0)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6B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별첨 5 / 8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0" y="27432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코드 발췌 — 평가 기준 충족 (수업 개념 ↔ 본 프로젝트 적용)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C-1. Concentration Index (CI) — Gini 계수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D479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experiment_xai.py 990~1027행 — XAI Context Learning 자동 메트릭 (v2.1 신규)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325880"/>
            <a:ext cx="1371600" cy="36576"/>
          </a:xfrm>
          <a:prstGeom prst="rect">
            <a:avLst/>
          </a:prstGeom>
          <a:solidFill>
            <a:srgbClr val="D4793D"/>
          </a:solidFill>
          <a:ln w="12700">
            <a:solidFill>
              <a:srgbClr val="D4793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463040"/>
            <a:ext cx="11247120" cy="4389120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554480"/>
            <a:ext cx="109728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_gini(values: list[float]) -&gt; float | None: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"""Gini 계수 — 분포 불평등 측정 (Gini 1912).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SHAP 토큰 기여도 분포가 얼마나 한쪽에 쏠렸는지 0(균등) ~ 1(완전 집중)으로 측정.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array = np.asarray([abs(v) for v in values if v is not None], dtype=float)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array.size == 0 or float(array.sum()) == 0.0: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None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array = np.sort(array)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 = array.size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index = np.arange(1, n + 1)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float((2 * np.sum(index * array) / (n * np.sum(array))) - ((n + 1) / n))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_compute_ci_scores(xai_results: list[dict]) -&gt; list[float]: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"""샘플별 SHAP 토큰 기여도 분포의 Gini 계수 산출.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CI ↑ → 소수 토큰 집중 (단어 의존)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CI ↓ → 분산 (맥락 의존)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회의 비유: 한 사람이 발언 90%를 차지(CI 높음) vs 모두 골고루(CI 낮음)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scores = []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result in xai_results: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details = result.get("token_details") or []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values = [float(item.get("score", 0.0)) for item in details]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not values: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values = [float(score) for score in result.get("top_scores", [])]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gini_value = _gini(values)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gini_value is not None: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scores.append(gini_value)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scores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5989320"/>
            <a:ext cx="11247120" cy="777240"/>
          </a:xfrm>
          <a:prstGeom prst="rect">
            <a:avLst/>
          </a:prstGeom>
          <a:solidFill>
            <a:srgbClr val="F0DCC0"/>
          </a:solidFill>
          <a:ln w="6350">
            <a:solidFill>
              <a:srgbClr val="D479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603504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79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수업 개념 매핑: </a:t>
            </a:r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Gini coefficient (분포 불평등 측정, 경제학·통계학 표준) | SHAP attribution (Lundberg 2017) | 인간 라벨 의존 0의 자동 메트릭 — 본 프로젝트 v2.1 신규 차별점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6B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별첨 6 / 8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0" y="27432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코드 발췌 — 평가 기준 충족 (수업 개념 ↔ 본 프로젝트 적용)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C-2. Minimum Sufficient Subset (MSS) — 그리디 search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D479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experiment_xai.py 1030~1052행 — 예측 유지하는 최소 토큰 집합 크기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325880"/>
            <a:ext cx="1371600" cy="36576"/>
          </a:xfrm>
          <a:prstGeom prst="rect">
            <a:avLst/>
          </a:prstGeom>
          <a:solidFill>
            <a:srgbClr val="D4793D"/>
          </a:solidFill>
          <a:ln w="12700">
            <a:solidFill>
              <a:srgbClr val="D4793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463040"/>
            <a:ext cx="11247120" cy="4389120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554480"/>
            <a:ext cx="109728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_compute_mss_scores(bundle, xai_results, texts, predicted_labels, threshold):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"""예측 유지하는 최소 토큰 집합 크기 (그리디 search 근사).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threshold=0.8: 원본 예측 확률의 80% 이상 유지하는 최소 토큰 수.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MSS 작음 → 소수 토큰만으로 충분 (단어 의존, 1~2 토큰)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MSS 큼   → 다수 토큰 필요 (맥락 의존, 5+ 토큰)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퍼즐 비유: 단순 그림은 1~2조각이면 알 수 있고, 풍경화는 10조각 필요.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mss_scores = []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xai_result, text, pred_label in zip(xai_results, texts, predicted_labels):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# SHAP 점수 큰 순으로 candidates (top-12)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candidates = _top_token_candidates(xai_result)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not candidates: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continue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# 원본 예측 확률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original_score = float(predict_probabilities(bundle, [text])[0][pred_label])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target_score = threshold * original_score          # 0.8 * original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# 그리디: top-1, top-2, ... 순으로 늘려가며 임계값 도달 시점 찾기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found_size = len(candidates)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size in range(1, len(candidates) + 1):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kept_text = _keep_only_tokens(text, {token.lower() for token in candidates[:size]})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kept_score = float(predict_probabilities(bundle, [kept_text])[0][pred_label])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if kept_score &gt;= target_score: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found_size = size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break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mss_scores.append(found_size)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mss_scores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5989320"/>
            <a:ext cx="11247120" cy="777240"/>
          </a:xfrm>
          <a:prstGeom prst="rect">
            <a:avLst/>
          </a:prstGeom>
          <a:solidFill>
            <a:srgbClr val="F0DCC0"/>
          </a:solidFill>
          <a:ln w="6350">
            <a:solidFill>
              <a:srgbClr val="D479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603504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79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수업 개념 매핑: </a:t>
            </a:r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그리디 search 알고리즘 (최소 충분 부분집합 근사, NP-hard 문제의 표준 근사) | Counterfactual reasoning (토큰 마스킹 후 예측 변화) | DeYoung 2020 ERASER sufficiency 확장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6B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별첨 7 / 8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0" y="27432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코드 발췌 — 평가 기준 충족 (수업 개념 ↔ 본 프로젝트 적용)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D-1. Subgroup Metrics — source/target 분리 보고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D479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utils.py 361~407행 — 명세서 v2.1 신규 (도메인 robustness 검증)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325880"/>
            <a:ext cx="1371600" cy="36576"/>
          </a:xfrm>
          <a:prstGeom prst="rect">
            <a:avLst/>
          </a:prstGeom>
          <a:solidFill>
            <a:srgbClr val="D4793D"/>
          </a:solidFill>
          <a:ln w="12700">
            <a:solidFill>
              <a:srgbClr val="D4793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463040"/>
            <a:ext cx="11247120" cy="4389120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554480"/>
            <a:ext cx="109728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compute_subgroup_metrics(y_true, y_pred, groups, group_name="source"):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"""그룹 변수(source/target 등)별로 분류 성능을 분리 보고.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명세서 v2.1: stratified split은 라벨 단일이지만, 평가 시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source-별 / target-별 Subgroup Macro F1, P, R, Accuracy를 분리하여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간접 leakage 또는 subgroup robustness를 검증한다.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y_true_arr = np.asarray(y_true)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y_pred_arr = np.asarray(y_pred)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groups_arr = np.asarray(list(groups), dtype=object)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len(y_true_arr) != len(y_pred_arr) or len(y_true_arr) != len(groups_arr):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raise ValueError(f"length mismatch: ...")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rows = []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unique_groups = sorted({str(group) for group in groups_arr.tolist()})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group_value in unique_groups: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mask = np.array([str(item) == group_value for item in groups_arr], dtype=bool)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mask.sum() == 0: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continue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sub_true = y_true_arr[mask]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sub_pred = y_pred_arr[mask]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rows.append({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group_name: group_value,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"n_samples": int(mask.sum()),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"macro_f1":        float(f1_score(sub_true, sub_pred, average="macro", zero_division=0)),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"macro_precision": float(precision_score(sub_true, sub_pred, average="macro", zero_division=0)),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"macro_recall":    float(recall_score(sub_true, sub_pred, average="macro", zero_division=0)),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"accuracy":        float(accuracy_score(sub_true, sub_pred)),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pd.DataFrame(rows)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5989320"/>
            <a:ext cx="11247120" cy="777240"/>
          </a:xfrm>
          <a:prstGeom prst="rect">
            <a:avLst/>
          </a:prstGeom>
          <a:solidFill>
            <a:srgbClr val="F0DCC0"/>
          </a:solidFill>
          <a:ln w="6350">
            <a:solidFill>
              <a:srgbClr val="D479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603504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79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수업 개념 매핑: </a:t>
            </a:r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sklearn metrics (f1_score, precision_score, recall_score, accuracy_score) | 클래스 불균형 환경에서 Macro 평균 사용 | Subgroup robustness 평가 — 간접 leakage 검출 (Twitter +1.92%p, Gab +1.56%p)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6B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별첨 8 / 8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0" y="27432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코드 발췌 — 평가 기준 충족 (수업 개념 ↔ 본 프로젝트 적용)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D-2. 데이터 처리 — Stratified Split + Rationale 다수결 통합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D479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experiment_core.py 291~305행, 421~430행 — 데이터 전처리 핵심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325880"/>
            <a:ext cx="1371600" cy="36576"/>
          </a:xfrm>
          <a:prstGeom prst="rect">
            <a:avLst/>
          </a:prstGeom>
          <a:solidFill>
            <a:srgbClr val="D4793D"/>
          </a:solidFill>
          <a:ln w="12700">
            <a:solidFill>
              <a:srgbClr val="D4793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463040"/>
            <a:ext cx="11247120" cy="4389120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554480"/>
            <a:ext cx="109728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── Rationale 통합 — 3인 어노테이터 다수결 ≥ ceil(n/2) ────────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_majority_rationale_mask(sample: dict) -&gt; list[int]: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"""3인 rationale mask를 토큰 단위 majority vote로 통합."""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tokens = sample.get("post_tokens", [])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rationales = sample.get("rationales") or []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not tokens: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[]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not rationales: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[0] * len(tokens)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threshold = max(1, (len(rationales) + 1) // 2)         # n=3 → threshold=2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counts = [0] * len(tokens)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rationale in rationales: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index, value in enumerate(rationale[: len(tokens)]):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counts[index] += int(value)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[1 if count &gt;= threshold else 0 for count in counts]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── Stratified Split — 라벨 비율 보존 70/10/20 분할 ─────────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train_val_df, test_df = train_test_split(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frame,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test_size=config.test_size,                # 0.20 (test 20%)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random_state=config.split_seed,            # 42 (재현성)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stratify=frame["label"],                   # 라벨 비율 보존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train_df, val_df = train_test_split(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train_val_df,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test_size=config.val_size_relative,        # 0.125 (전체 10%)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random_state=config.split_seed,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stratify=train_val_df["label"],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결과: Train 13,433 (70%) / Val 1,920 (10%) / Test 3,839 (20%)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5989320"/>
            <a:ext cx="11247120" cy="777240"/>
          </a:xfrm>
          <a:prstGeom prst="rect">
            <a:avLst/>
          </a:prstGeom>
          <a:solidFill>
            <a:srgbClr val="F0DCC0"/>
          </a:solidFill>
          <a:ln w="6350">
            <a:solidFill>
              <a:srgbClr val="D479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603504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79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수업 개념 매핑: </a:t>
            </a:r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Stratified sampling — sklearn train_test_split의 stratify 인자로 클래스 비율 보존 | 다수결 통합 — 3인 어노테이터 합의 ≥ ceil(n/2) 기반 라벨 정제 | seed=42 재현성 보장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맥락 이해 기반 혐오표현 탐지 — 별첨 코드 발췌</dc:title>
  <dc:subject>PptxGenJS Presentation</dc:subject>
  <dc:creator>올에이프로젝트</dc:creator>
  <cp:lastModifiedBy>올에이프로젝트</cp:lastModifiedBy>
  <cp:revision>1</cp:revision>
  <dcterms:created xsi:type="dcterms:W3CDTF">2026-05-03T15:55:14Z</dcterms:created>
  <dcterms:modified xsi:type="dcterms:W3CDTF">2026-05-03T15:55:14Z</dcterms:modified>
</cp:coreProperties>
</file>