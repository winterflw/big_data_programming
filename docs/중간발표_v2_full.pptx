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수행 배경 + 필요성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매칭의 한계 + 규제 환경의 판단 투명성 요구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혐오표현 급증 — 비하어 의존 모델의 맥락 오분류 (Davidson 2017)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단순 매칭은 인용·교육·재전유 발화의 과잉 차단 위험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환경: EU DSA(2024 시행), 한국 방심위 자동 필터링 권고 → 정확도 + 투명성 동시 요구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문제: '왜 그렇게 판단했는가' 부재 → 모더레이션 검토·이의제기 대응 불가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기반 혐오표현 탐지(Shawkat 2024)에도 표면 어휘 의존 한계 잔존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분류 정확도 + 판단 근거의 투명성 동시 만족 모델 필요 → 다음 슬라이드 목표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 결합 학습 모델 — 과학적 검증 프레임워크로 정량 입증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척추 메시지: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'단어 단서뿐 아니라 맥락 단서까지 함께 학습한 모델'이 베이스 대비 분류 성능 + 판단 투명성 모두 향상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개선 기법 (다른 층위 개입)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Rationale-aware Attention Loss (학습 손실층) — 인간 판단 근거를 학습에 직접 반영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감성 피처 (모델 입력층) — Cheng (2022) 선행연구 기반 사전 가설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설계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사전학습 모델 × 4조건 풀 ablation (BERT × 4 + RoBERTa × 4 = 8조건)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체계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라벨 의존을 최소화한 자동 XAI 4축 (Attribution / Faithfulness / Context Learning / Plausibility)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평가 체계는 텍스트 분류 task 전반의 맥락 학습 검증에 적용 가능한 일반 방법론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 + 가설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가설 — H1 진단 / H2 분류 향상 / H3 맥락 학습 / H4 부가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RQ1: 베이스 BERT의 토큰 의존?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H1: 비하어 토큰에 과의존, 맥락 단서 활용 부족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SHAP 상위 토큰 분포 + Slur-Free Acc + CI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RQ2: 두 기법 결합 성능?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H2: D_B vs A_B에서 ΔF1 &gt; 0, RoBERTa 일관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 F1 8조건 ablation + paired t-test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RQ3: 맥락 학습 입증?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H3: Plausibility ↑ + Faithfulness 양축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SHAP-Human, Comp/Suff, 자동 메트릭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RQ4: Multi-task 효과?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H4: D_B + L_target → hate↔off 분리 향상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 with/without L_target 비교 (부가)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기준: 자동 메트릭 다축 일관성 (단일 지표 의존 회피)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연구 ① — 혐오표현 탐지 흐름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→ DL → 사전학습 → XAI 4단계 진화, 공통 한계는 단어 의존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ML — TF-IDF + LR/SVM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Davidson (2017) ICWSM — Twitter 기반 hate/offensive/normal 3-class 표준 벤치마크. 표면 어휘 의존 한계 보고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DL — CNN/BiLSTM + Word2Vec/GloVe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단위 임베딩의 문맥 민감성 부족 → 암묵적 혐오 탐지 취약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사전학습 — BERT/RoBERTa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Devlin (2019) NAACL BERT, Liu (2019) RoBERTa — 양방향 Transformer + fine-tuning 패러다임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혐오 탐지 분야 BERT가 ML/DL 대비 일관 우수 성능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한계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의존 + 맥락 학습 강제 부재 → 본 연구의 진단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연구 ② — XAI + Rationale + Slur 의존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진단(Cheng 2022)에서 학습 처치(본 연구)로의 학술 흐름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도구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(Lundberg &amp; Lee 2017 NeurIPS) — Shapley value 기반 토큰 기여도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LIME (Ribeiro 2016 KDD) — 입력 섭동 기반 국소 선형 근사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+ 평가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Mathew (2021 AAAI) HateXplain — rationale 데이터셋 + Plausibility/Faithfulness 평가 (학습엔 미반영)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선행 — 본 연구의 차별 비교 대상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Cheng (2022 Virginia Tech) — BERT + VADER + SHAP/LIME 분석. 분석 단계에서 멈춤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Slur 의존 처치 선행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Kennedy (2020 ACL) — SOC(Sampling and Occlusion)로 group identifier 과의존 완화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이들의 학습 처치 + 자동 측정을 결합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 vs 본 프로젝트 차별성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손실 반영 + 풀 ablation + 자동 XAI + 텍스트 단일 입력의 통합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256032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Mathew (2021)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Cheng (2022)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9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Rationale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손실 (L_attn) 직접 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감성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concat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+ ablation 통제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XAI 깊이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rationale 평가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SHAP+LIME 진단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4축 + 자동 메트릭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+ rationale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+ VADER 메타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텍스트만 (메타는 supervision)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Ablation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비교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8조건 풀 ablation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평가 체계는 텍스트 분류 task 전반에 적용 가능한 일반 방법론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p7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확보한 실제 데이터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HateXplain 19,192건 — 3-class + 인간 rationale + target 동시 제공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+ 필터링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HateXplain (Mathew 2021, AAAI), Twitter + Gab 출처. 원본 20,148건 → 필터링 후 19,192건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분포 (균형)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40.4% / hatespeech 29.9% / offensive 29.7% — 심각한 imbalance 없음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어노테이터 + Rationale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3인 독립 라벨링 + rationale 마스크. 다수결 ≥ 2인으로 통합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 보유: hate 92%, offensive 84%, normal 0% → Attn Loss 학습 근거 약 11,403건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multi-label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14~15 카테고리 (인종/종교/성지향/젠더/이민지위/장애/None/Other)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p8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파이프라인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→ 토큰화 → 라벨/Rationale 통합 → 서브워드 매핑 → Stratified split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정제: URL → &lt;url&gt;, 멘션 → &lt;user&gt;, HTML 디코딩, 특수문자 제거, 소문자 변환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토큰화: BERT/RoBERTa WordPiece/BPE. TF-IDF는 별도 (소문자 + 불용어 + 어간 추출)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통합: 3인 다수결 ≥ 2인, 동률(1:1:1) 제외 → 19,192건 확정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 통합: 다수결 ≥ ceil(n/2)으로 이진 마스크 (각 토큰 위치별)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서브워드 매핑: 원문 토큰의 rationale을 서브워드에 복제, attention/SHAP 점수는 원문 단위 max 집계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Split: Stratified by label (단일), Train 70 / Val 10 / Test 20, seed = 42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컬럼 모델 입력 X (직접 leakage 차단), 평가 시 source-별 분리 보고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① — 라벨·소스 분포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균형이지만 source별 분포 정반대 — 직접 leakage는 입력 제외로 차단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v01 Label Pie: normal 40.4% / hatespeech 29.9% / offensive 29.7% — 균형, 심각한 imbalance 없음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v02 Source × Label: Gab hate 49% vs Twitter hate 8.7%. Twitter는 normal 64.8%로 정반대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플랫폼 분포 차이 → source가 강력한 라벨 신호가 될 위험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입력에서 source 제외 → 직접 leakage 차단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스타일 차이에 의한 간접 leakage → 평가 시 source-별 F1 분리 보고로 검출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보고에서 Twitter-only / Gab-only Macro F1 분리 → 도메인 robustness 직접 검증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p10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② — Target 편향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인종·종교 = hate 우세, 젠더·성소수자 = offensive 우세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v03 Target × Label Heatmap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인종·종교 우세: Jewish 65.9%, African 61.6%, Arab 58.5%, Islam 48.6% (hate)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젠더·성소수자: Women 55.7%, Homosexual 43.2% (offensive 우세)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타겟의 94.8%가 normal → target 유무가 강한 hate 신호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Target 4분면 (Hate Share × Agreement)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우상단 (명백): Jewish, African, Hispanic — 학습 쉬움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우하단 (모호): Islam, Arab, Asian — 경계 사례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좌상단 (easy): Men — easy negative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좌하단 (까다로움): Refugee, Caucasian — 정치·이념 논쟁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target에 따라 hate↔offensive 경계가 다름 → 3-class 예측 필수, 단순 단어 매칭 불가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p11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③ — XAI 정당성·라벨 신뢰성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 풍부 + offensive 가장 모호 + 길이는 무용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v08 Rationale Presence Rate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hate 92%, offensive 84%, normal 0% → Attn Loss 학습 근거 약 11,403건 확보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v11 Annotator Agreement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0.814 — 만장일치 49%, 2:1 다수결 47%, 전원 불일치 4.6%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offensive 클래스 평균 0.752 (가장 모호) — 학습 미반영, 분석으로만 보고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Spearman Correlation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rationale_ratio ↔ is_normal: -0.84 (강한 음의 상관)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token_length ↔ 모든 라벨: |r|&lt;0.06 → 길이는 분류에 무용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rationale_len ↔ is_hate(+0.46) ≈ is_offensive(+0.44) → hate vs offensive는 수치 피처로 구분 불가, BERT 임베딩 필수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p12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구현한 모델 — 6+1 라인업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 ML 2 + DL 베이스 + 통제 + 제안 2 + 부가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292608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X / 처음부터 학습 (BoW)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LR (0.6400)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SVM (0.6382)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03120"/>
            <a:ext cx="73152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DL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0088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재학습 (Full FT) — 12 layer + MLP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0088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 + MLP (A_B)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0.6791 Macro F1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5776" y="2103120"/>
            <a:ext cx="73152" cy="292608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4376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94376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재학습 — VADER 없이 동일 헤드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94376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+ MLP (B_B)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0.6826 Macro F1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70064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2103120"/>
            <a:ext cx="73152" cy="292608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(D_B = 1위)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98664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재학습 + VADER 4d concat (772d)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98664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+ VADER + Attn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0.6885 Macro F1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74352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4352" y="2103120"/>
            <a:ext cx="73152" cy="2926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02952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(Freeze Study)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0295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추출 — MLP만 학습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02952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동결 + MLP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transformer 조건 분류 헤드(MLP) 통일. VADER 유무는 입력 차원만 차이(768d ↔ 772d). 8조건 ablation 변수 통제.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p13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이유 + 학습 방법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기반 full fine-tuning + 모델 입력은 텍스트만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근거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(Devlin 2019)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혐오 탐지 SOTA + SHAP DeepExplainer 호환 + EDA에서 텍스트 임베딩 필요성 입증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RoBERTa (Liu 2019)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사전학습 절차 최적화 → 강건성 검증용 두 번째 사전학습 모델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(Hutto &amp; Gilbert 2014)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Cheng (2022, Virginia Tech) 선행연구 기반 사전 가설로 도입 — XAI 진단 결과 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활용 방식 — 3가지 비교 ⭐ 평가 핵심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범위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프로젝트 모델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X (BoW)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처음부터 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TF-IDF + LR/SVM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추출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(Feature Extraction)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동결,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MLP만 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Freeze Study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(통제군)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재학습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(Full Fine-Tuning) 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Transformer layer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분류 헤드 동시 업데이트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 / B_B / A_R / B_R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(메인 라인)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재학습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외부 피처 결합 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+ VADER 4d concat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MLP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C_B / D_B / C_R / D_R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21792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프로젝트는 임베딩 추출(Freeze)과 전체 재학습(Full FT)을 통제 비교하여 fine-tuning 기여도 정량 분리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6291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단일 소스 원칙: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텍스트(post_tokens)만 입력. rationale·target·source는 학습 supervision 또는 분석으로만 사용 → 추론 시 텍스트만 주어져도 동작. VADER 4d는 텍스트 파생 피처이므로 본 원칙 부합.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p14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 설정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통제용 단일 셋, B_B 조건에서 α 최적값 결정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(수업 개념 매핑)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Optimizer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+ weight decay 정규화 (Loshchilov 2019)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Learning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2e-5 (튜닝 1e-5~5e-5)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fine-tuning 표준 (Devlin 2019)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 Size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(튜닝 16/32)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M3 Max MPS 메모리 + 학습 안정성 trade-off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 + early stop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 방지 — val Macro F1 기준 조기 종료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Warmup ratio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 (linear)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학습 안정화 — 초기 lr 점진 증가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Dropout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— 무작위 뉴런 비활성화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seq len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EDA 토큰 길이 분포(평균 23, max 160) 기반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42, 123, 7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 — 3회 반복 평균 ± std로 분산 측정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 weight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불균형 처리 — sklearn compute_class_weight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2011680"/>
            <a:ext cx="4572000" cy="22860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손실 함수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560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L_total = L_cls + α·L_attn (+ β·L_target)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31089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L_cls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CE, class_weight balanced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L_attn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BCE(CLS attn, rationale_mask)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BCE multilabel — D_B 부가만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4434840"/>
            <a:ext cx="4572000" cy="16916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4526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서치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486460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∈ {0.0, 0.1, 0.3, 0.5, 0.7, 1.0}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B_B에서 val Macro F1 최적값 결정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D_B/B_R/D_R 동일 적용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∈ {0.0, 0.1, 0.3} — D_B 부가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조건에 동일 hyperparameter 적용 → 단일 변수만 변경하는 ablation 통제 원칙 유지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p15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구현 + Freeze Study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6모듈 구조 유지, 듀얼 헤드 + Freeze 통제로 fine-tuning 기여도 분리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 Pass 흐름 (코드 로직)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입력: input_ids, attention_mask, vader (C/D만)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BERT/RoBERTa Encoder → last_hidden_state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[CLS] 토큰 임베딩 추출 (768d)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(선택) ⊕ VADER 4d → 772d concat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Dropout(0.1) → Linear(772→256) → ReLU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[6] Main Head: Linear(256, 3) → logits → softmax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[6'] (D_B 부가) Aux Head: Linear(256, T_target)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5486400" cy="1828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34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Backward + 학습 손실 (전체 재학습)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773168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L_total = L_cls + α·L_attn (+ β·L_target)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L_cls: CrossEntropy, class_weight balanced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L_attn: BCE(CLS_attn, rationale_mask) — 토큰 단위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L_target: BCE(aux_logits, target) — D_B 부가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loss.backward() → 12 layer + MLP 모든 gradient 계산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AdamW 업데이트 + linear warmup scheduler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486400" cy="416052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Study — fine-tuning 기여도 분리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FT (메인)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Freeze (통제)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가중치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업데이트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layer + 헤드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헤드만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학습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task-specific 재학습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그대로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효과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+ 헤드 최적화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평가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44348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재현성 — seed 고정. MPS — SHAP CPU 강제. Slur-Masking 학습 미사용.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통제군 비교로 fine-tuning이 분류 성능에 기여하는 정도를 정량 분리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p16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 — 8조건 풀 Ablation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(Attn × VADER) × 2 (BERT/RoBERTa) = 8조건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패밀리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+ MLP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0.6791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VADER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0.6793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Attn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0.6826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 (1위)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0.6885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93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RoBERTa 패밀리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0.6694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0.6726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0.6756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0.6756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93D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통제 + 통계 검정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864608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/ 분할 / 하이퍼파라미터 동일 → 단일 변수만 변경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반복 (seed 42, 123, 7) 평균 ± std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24회 학습 + Freeze + L_target 부가 ≈ 30~60시간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Two-way ANOVA (BERT) + 3-way ANOVA (BERT/RoBERTa × Attn × VADER) + paired t-test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기법 직교성: VADER = 모델 구조, Attn = 학습 손실 → 다른 층위 개입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풀 ablation으로 두 기법의 주효과·상호작용·사전학습 모델 강건성 동시 검증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p17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모델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수준 — 전통 ML(성능 하한선) + DL(XAI 진단 기준점)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91440" cy="4114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 1 — 전통 ML 베이스라인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하한선 / 사전학습 효과 분리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Logistic Regression — 0.6400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SVM (Linear) — 0.6382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 구현, 처음부터 학습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미사용 — 사전학습 효과의 baseline 비교용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대비 -3.91~4.09%p (사전학습 효과 명확)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011680"/>
            <a:ext cx="91440" cy="41148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 2 — DL 베이스라인 (A_B)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진단 기준점 / 개선 실험의 기준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 + MLP (A_B) — 0.6791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bert-base-uncased + Linear(768→256→3)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기반 full fine-tuning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진단 기준 (단어 의존 검증)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ΔF1 측정 기준점 (B_B/C_B/D_B 비교)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ML과 DL 베이스라인 모두 동일 데이터·시드·split으로 공정 비교 (변수 통제)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p18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평가 지표 — 분류 + XAI 4축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다각 평가, 자동 메트릭 중심 (인간 라벨 의존 최소화)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성능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 F1 (주 지표)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Precision/Recall, Confusion Matrix,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Subgroup F1 (target/source 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011680"/>
            <a:ext cx="64008" cy="23774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토큰을 보는가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(GradientExplainer)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LIME (섭동 500회)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 (sanity check)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Lundberg 2017 / Ribeiro 2016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61120" y="201168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011680"/>
            <a:ext cx="64008" cy="23774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모델-attribution 충실성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0" y="29260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Comprehensiveness ↑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Sufficiency ↓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MSS (그리디 search)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DeYoung 2020 ERASER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448056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480560"/>
            <a:ext cx="64008" cy="237744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773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Learning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학습 (인간 의존 0)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5394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(Gini)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 (Shapley interaction)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Rollout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6583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Gini 1912 / Lundberg 2020 / Abnar 2020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61120" y="448056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0" y="4480560"/>
            <a:ext cx="64008" cy="2377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0" y="4773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Plausibility (보조)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rationale 부합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0" y="5394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F1, IOU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human_mask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0" y="6583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Mathew 2021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429000"/>
            <a:ext cx="5486400" cy="269748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— Plausibility +22% (D_B vs A_B)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38862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top-5 vs Human rationale: 0.36 → 0.44 (+22%)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Comprehensiveness: 0.30 → 0.35 (+17%)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Sufficiency: 0.24 → 0.21 (-13%)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Overlap@5: 0.40 → 0.42 (안정)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Mathew(2021) HateXplain 표준 평가에서 명확한 향상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4축 다축 일관성 = H3 통과 기준. 단일 지표 의존 회피 + 모델 내부 동역학 다각 검증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p19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vs 제안 모델 — 실험 결과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ablation: A → C → B → D 점진적 향상, D_B가 1위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from A_B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TF-IDF + LR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0.6400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-3.91%p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TF-IDF + SVM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-4.09%p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 (베이스)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0.6791 ± 0.0037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C_B (+VADER)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0.6793 ± 0.0060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B_B (+Attn)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0.6826 ± 0.0072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+0.35%p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 (둘 다, 1위)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0.6885 ± 0.0029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+0.94%p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A_R~D_R (RoBERTa)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0.6694~0.6756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-0.97 ~ -0.35%p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2011680"/>
            <a:ext cx="4572000" cy="4114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Subgroup 분리 — 도메인 robustness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51460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91440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2,086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0.6297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0.6453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+1.56%p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Twitter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1,747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0.6092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+1.92%p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31520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source 모두 일관 향상 (도메인 robustness)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0" y="438912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분해 (Two-way ANOVA, BERT)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Attn 주효과: +0.0035 (p=0.518)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주효과: +0.0001 (p=0.961)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상호작용: +0.005 (p=0.470)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Cohen's d (A_B vs D_B): -1.91 (large)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ANOVA 비유의는 3 seed 검정력 한계 — Phase 4에서 시드 5~10 확장 후 재검정 예정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p20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성능 분석 + 해석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진단 / H2 분류 향상 / H3 reframe — 다축 일관 입증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— 진단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 BERT 단어 과의존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Slur-Free Acc 0.34, Plausibility 0.36, CI 0.50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210312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103120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— 분류 향상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D_B vs A_B ΔF1 +1.32%p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1위, Cohen's d -1.91 large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✓ / 통계 시드 부족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103120"/>
            <a:ext cx="2743200" cy="4572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(reframe) 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토큰에 더 정확히 집중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Plausibility +22%, Comp +17%, Suff -13%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다축 일관 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61120" y="210312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2103120"/>
            <a:ext cx="274320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H4 — 부가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 multi-task → 분리 향상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D_B with/without 비교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480560"/>
            <a:ext cx="11247120" cy="173736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 — D_B는 '분산'이 아닌 '정제된 집중'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Plausibility +22%: 모델이 인간 어노테이터와 더 잘 일치하는 판단 학습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 양축 향상: top-k 토큰의 의사결정 충실성 강화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c04 4분면 모호 영역(Islam, Arab)이 모델 한계와 정합 → 데이터 분석이 모델 한계를 정확히 예측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Subgroup robustness: Twitter +1.92%p, Gab +1.56%p — 두 도메인 일관 향상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Slur-Free Acc 변화 ≈ 0 → adversarial 처치는 향후 연구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p21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대비 진행 현황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완료, Phase 2 시작 직전 (5/3 기준)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E7D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Phase 1 (4/30~5/10) — 데이터 + 베이스라인 + 초기 XAI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갱신 (Slur-Masking augmentation 제거)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experiment_core 8조건 ablation + 듀얼 헤드 + Attn Loss 구현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experiment_xai CI/IS/MSS/Rollout 4축 구현 + SHAP word-level 버그 수정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학습 완료, XAI 4축 분석 완료, Subgroup 분리 보고 완료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결과: D_B 최고 Macro F1 0.6885, Plausibility +22%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🔶 Phase 2 (5/11~5/24) — 시드 확장 + α 그리드 + 통계 강화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Phase 3 (5/25~6/3) — RoBERTa 추가 분석 + L_target 부가 + 정성 사례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Phase 4 (6/4~6/9) — 통합 분석 + 발표 자료 통합 + 리허설 → 6/10 최종 발표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p22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남은 일정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5월~6월 Phase 2~4 — 통계 검정력 강화 + 발표 통합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(5/11 ~ 5/24, 14일)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5~10으로 확장 학습 → ANOVA 통계 검정력 강화 (P0)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 그리드 미세 탐색 (B_B 조건 외 D_B 별도 검토)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(5/25 ~ 6/3, 10일)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 multi-task 부가 실험 (D_B with/without 비교)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Implicit Hate subset 분석 (비하어 없는 hate에서 D_B 성능 검증)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Counterfactual substitution 정성 사례 5~10건 (발표 illustration)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Study 보조 실험 (BERT 동결 vs full FT 정량 분리)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(6/4 ~ 6/9, 6일)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분석: Two-way + 3-way ANOVA, paired t-test, source/target subgroup 보고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(26p) 통합 + 리허설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6/10 최종 발표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p23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팀원별 수행 역할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5인 4팀 분담 — 선행연구 / 데이터 / 파이프라인 / 문서·통합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474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 페이지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 — 파이프라인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+ 모델·실험설계·구현 + XAI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p2, p3, p12~p16, p20, p21 (9p)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데이터팀 (전처리)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전처리 + VADER 피처 추출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p7, p8 (2p)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데이터팀 (EDA·평가)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EDA + 모델링 + 평가 모듈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p9~p11, p17, p18 (5p)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선행연구팀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분석 + 차별성 + 재현성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p1, p4, p5, p6 (4p)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문서·통합팀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시각화 + 보고서 통합 + 톤 일관성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p19, p22~p26 (6p)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작성 톤: 평가 문서 와꾸 (헤드라인 + 본문 8~15 bullet + 근거·수치 + 시사점), 페이지당 250~400자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p24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실험 결과 요약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핵심 카드 — 분류·XAI·도메인·EDA정합·척추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0312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91440" cy="18288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D_B 8조건 1위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 F1 0.6885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 대비 +1.32%p, A→C→B→D 점진 향상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0312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103120"/>
            <a:ext cx="91440" cy="18288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Plausibility +22%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0.36 → 0.44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108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rationale 정렬도, Mathew 2021 표준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210312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103120"/>
            <a:ext cx="914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240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Faithfulness 양축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 +17%, Suff -13%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108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의사결정 충실성, DeYoung 2020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69080"/>
            <a:ext cx="9144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06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Subgroup robustness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Twitter +1.92, Gab +1.56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일관, 간접 leakage 우려 약함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406908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4069080"/>
            <a:ext cx="91440" cy="1828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206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EDA-결과 정합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4분면 모호 영역 일치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6280" y="5074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분석이 모델 한계 예측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2440" y="4069080"/>
            <a:ext cx="36576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4069080"/>
            <a:ext cx="91440" cy="1828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206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척추 메시지 정합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4617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 함께 학습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1040" y="5074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Plausibility 향상으로 정량 입증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126480"/>
            <a:ext cx="11247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15391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결론: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단서를 유지하면서 맥락 단서까지 함께 학습한 모델이 베이스 대비 분류 성능과 모델 내부 동역학 모두에서 향상.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p25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발생한 문제점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초안 대비 조정 사항 + 알려진 한계 솔직 보고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초안 대비 조정 사항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Slur-Masking augmentation 학습 제외 ([MASK] shortcut 위험 + 하드웨어 제약)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 label 단일 (source 모델 입력 X로 충분, 분리 평가로 보강)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 weighting 미사용 (agreement 0.814로 효과 미미 예상)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도전 + 대응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MPS 비호환 → CPU only 강제, 클래스별 stratified 500 샘플로 비용 축소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word-level aggregation 버그 → P0 수정 (Plausibility 정상 산출)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분포 차이(Gab 49% vs Twitter 8.7%) → 입력 제외 + source-별 F1 분리 보고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 (Shapley interaction) 계산 부담 → 50쌍 × 200 샘플로 축소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 (향후 보강 예정)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seed 통계 검정력 부족 → Phase 2에서 5~10 seed 확장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의존 직접 차단 부족 (Slur-Free Acc 변화 ≈ 0) → adversarial 처치 향후 연구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p26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개선 방향 + 향후 연구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단기는 통계 강화·부가 실험, 중장기는 adversarial·LLM·한국어 일반화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(Phase 2~3, 학기 내)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5~10 확장 — ANOVA 통계 검정력 강화 (P0)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 그리드 미세 탐색 — D_B에서도 별도 그리드 검토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 multi-task 부가 실험 — H4 검증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Implicit Hate subset 분석 — 비하어 없는 hate 정분류율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Counterfactual substitution 정성 사례 — 발표 illustration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Focal Loss 도입 검토 — offensive 클래스 모호성 보완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 (학기 후)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Adversarial domain-invariant loss — gradient reversal로 source spurious 차단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 weighting을 노이즈 큰 데이터셋에서 검증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데이터셋(K-HATERS, KOLD) 일반화 실험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Chain-of-Thought 비교 (Vishwamitra 2024)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모더레이션 시스템 통합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동의어/유의어 치환 augmentation 검증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평가 체계는 텍스트 분류 task 전반에 적용 가능 — 혐오 탐지를 넘어선 일반 방법론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맥락 이해 기반 혐오표현 탐지 개선 — 중간발표 26p</dc:title>
  <dc:subject>PptxGenJS Presentation</dc:subject>
  <dc:creator>올에이프로젝트</dc:creator>
  <cp:lastModifiedBy>올에이프로젝트</cp:lastModifiedBy>
  <cp:revision>1</cp:revision>
  <dcterms:created xsi:type="dcterms:W3CDTF">2026-05-03T15:35:25Z</dcterms:created>
  <dcterms:modified xsi:type="dcterms:W3CDTF">2026-05-03T15:35:25Z</dcterms:modified>
</cp:coreProperties>
</file>